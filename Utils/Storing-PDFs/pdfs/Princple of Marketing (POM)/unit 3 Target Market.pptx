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6" r:id="rId8"/>
    <p:sldId id="262" r:id="rId9"/>
    <p:sldId id="267" r:id="rId10"/>
    <p:sldId id="268" r:id="rId11"/>
    <p:sldId id="269" r:id="rId12"/>
    <p:sldId id="270" r:id="rId13"/>
    <p:sldId id="263" r:id="rId14"/>
    <p:sldId id="271" r:id="rId15"/>
    <p:sldId id="264" r:id="rId16"/>
    <p:sldId id="272" r:id="rId17"/>
    <p:sldId id="273" r:id="rId18"/>
    <p:sldId id="274" r:id="rId19"/>
    <p:sldId id="26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12A74C02-9BEC-42E5-9F39-DF97591817C1}" type="datetimeFigureOut">
              <a:rPr lang="en-IN" smtClean="0"/>
              <a:t>05-02-2024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8FA3CE-3CA9-4901-9B96-CCBDBB93626E}" type="slidenum">
              <a:rPr lang="en-IN" smtClean="0"/>
              <a:t>‹#›</a:t>
            </a:fld>
            <a:endParaRPr lang="en-IN"/>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2A74C02-9BEC-42E5-9F39-DF97591817C1}" type="datetimeFigureOut">
              <a:rPr lang="en-IN" smtClean="0"/>
              <a:t>05-02-2024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2A74C02-9BEC-42E5-9F39-DF97591817C1}" type="datetimeFigureOut">
              <a:rPr lang="en-IN" smtClean="0"/>
              <a:t>05-02-2024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8FA3CE-3CA9-4901-9B96-CCBDBB93626E}"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2A74C02-9BEC-42E5-9F39-DF97591817C1}" type="datetimeFigureOut">
              <a:rPr lang="en-IN" smtClean="0"/>
              <a:t>05-02-2024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2A74C02-9BEC-42E5-9F39-DF97591817C1}" type="datetimeFigureOut">
              <a:rPr lang="en-IN" smtClean="0"/>
              <a:t>05-02-2024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2A74C02-9BEC-42E5-9F39-DF97591817C1}" type="datetimeFigureOut">
              <a:rPr lang="en-IN" smtClean="0"/>
              <a:t>05-02-2024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74C02-9BEC-42E5-9F39-DF97591817C1}" type="datetimeFigureOut">
              <a:rPr lang="en-IN" smtClean="0"/>
              <a:t>05-02-2024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2A74C02-9BEC-42E5-9F39-DF97591817C1}" type="datetimeFigureOut">
              <a:rPr lang="en-IN" smtClean="0"/>
              <a:t>05-02-2024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8FA3CE-3CA9-4901-9B96-CCBDBB93626E}" type="slidenum">
              <a:rPr lang="en-IN" smtClean="0"/>
              <a:t>‹#›</a:t>
            </a:fld>
            <a:endParaRPr lang="en-IN"/>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12A74C02-9BEC-42E5-9F39-DF97591817C1}" type="datetimeFigureOut">
              <a:rPr lang="en-IN" smtClean="0"/>
              <a:t>05-02-2024</a:t>
            </a:fld>
            <a:endParaRPr lang="en-IN"/>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IN"/>
          </a:p>
        </p:txBody>
      </p:sp>
      <p:sp>
        <p:nvSpPr>
          <p:cNvPr id="7" name="Slide Number Placeholder 6"/>
          <p:cNvSpPr>
            <a:spLocks noGrp="1"/>
          </p:cNvSpPr>
          <p:nvPr>
            <p:ph type="sldNum" sz="quarter" idx="12"/>
          </p:nvPr>
        </p:nvSpPr>
        <p:spPr>
          <a:xfrm>
            <a:off x="8339328" y="1170432"/>
            <a:ext cx="733864" cy="201168"/>
          </a:xfrm>
        </p:spPr>
        <p:txBody>
          <a:bodyPr/>
          <a:lstStyle/>
          <a:p>
            <a:fld id="{228FA3CE-3CA9-4901-9B96-CCBDBB93626E}"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2A74C02-9BEC-42E5-9F39-DF97591817C1}" type="datetimeFigureOut">
              <a:rPr lang="en-IN" smtClean="0"/>
              <a:t>05-02-2024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2A74C02-9BEC-42E5-9F39-DF97591817C1}" type="datetimeFigureOut">
              <a:rPr lang="en-IN" smtClean="0"/>
              <a:t>05-02-2024</a:t>
            </a:fld>
            <a:endParaRPr lang="en-IN"/>
          </a:p>
        </p:txBody>
      </p:sp>
      <p:sp>
        <p:nvSpPr>
          <p:cNvPr id="5" name="Footer Placeholder 4"/>
          <p:cNvSpPr>
            <a:spLocks noGrp="1"/>
          </p:cNvSpPr>
          <p:nvPr>
            <p:ph type="ftr" sz="quarter" idx="11"/>
          </p:nvPr>
        </p:nvSpPr>
        <p:spPr>
          <a:xfrm>
            <a:off x="2640597" y="6377459"/>
            <a:ext cx="3836404" cy="365125"/>
          </a:xfrm>
        </p:spPr>
        <p:txBody>
          <a:bodyPr/>
          <a:lstStyle/>
          <a:p>
            <a:endParaRPr lang="en-IN"/>
          </a:p>
        </p:txBody>
      </p:sp>
      <p:sp>
        <p:nvSpPr>
          <p:cNvPr id="6" name="Slide Number Placeholder 5"/>
          <p:cNvSpPr>
            <a:spLocks noGrp="1"/>
          </p:cNvSpPr>
          <p:nvPr>
            <p:ph type="sldNum" sz="quarter" idx="12"/>
          </p:nvPr>
        </p:nvSpPr>
        <p:spPr/>
        <p:txBody>
          <a:bodyPr/>
          <a:lstStyle/>
          <a:p>
            <a:fld id="{228FA3CE-3CA9-4901-9B96-CCBDBB93626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12A74C02-9BEC-42E5-9F39-DF97591817C1}" type="datetimeFigureOut">
              <a:rPr lang="en-IN" smtClean="0"/>
              <a:t>05-02-2024</a:t>
            </a:fld>
            <a:endParaRPr lang="en-IN"/>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IN"/>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228FA3CE-3CA9-4901-9B96-CCBDBB93626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0728" y="260648"/>
            <a:ext cx="6768752" cy="4564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5202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Market targeting</a:t>
            </a:r>
            <a:endParaRPr lang="en-IN" dirty="0"/>
          </a:p>
        </p:txBody>
      </p:sp>
      <p:sp>
        <p:nvSpPr>
          <p:cNvPr id="3" name="Content Placeholder 2"/>
          <p:cNvSpPr>
            <a:spLocks noGrp="1"/>
          </p:cNvSpPr>
          <p:nvPr>
            <p:ph idx="1"/>
          </p:nvPr>
        </p:nvSpPr>
        <p:spPr/>
        <p:txBody>
          <a:bodyPr/>
          <a:lstStyle/>
          <a:p>
            <a:r>
              <a:rPr lang="en-IN" dirty="0"/>
              <a:t>A</a:t>
            </a:r>
            <a:r>
              <a:rPr lang="en-IN" dirty="0" smtClean="0"/>
              <a:t>lso </a:t>
            </a:r>
            <a:r>
              <a:rPr lang="en-IN" dirty="0"/>
              <a:t>known as target marketing or target audience </a:t>
            </a:r>
            <a:r>
              <a:rPr lang="en-IN" dirty="0" smtClean="0"/>
              <a:t>selection.</a:t>
            </a:r>
          </a:p>
          <a:p>
            <a:pPr marL="0" indent="0">
              <a:buNone/>
            </a:pPr>
            <a:endParaRPr lang="en-IN" dirty="0" smtClean="0"/>
          </a:p>
        </p:txBody>
      </p:sp>
    </p:spTree>
    <p:extLst>
      <p:ext uri="{BB962C8B-B14F-4D97-AF65-F5344CB8AC3E}">
        <p14:creationId xmlns:p14="http://schemas.microsoft.com/office/powerpoint/2010/main" val="67170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Market targeting</a:t>
            </a:r>
            <a:endParaRPr lang="en-IN" dirty="0"/>
          </a:p>
        </p:txBody>
      </p:sp>
      <p:sp>
        <p:nvSpPr>
          <p:cNvPr id="3" name="Content Placeholder 2"/>
          <p:cNvSpPr>
            <a:spLocks noGrp="1"/>
          </p:cNvSpPr>
          <p:nvPr>
            <p:ph idx="1"/>
          </p:nvPr>
        </p:nvSpPr>
        <p:spPr/>
        <p:txBody>
          <a:bodyPr/>
          <a:lstStyle/>
          <a:p>
            <a:r>
              <a:rPr lang="en-IN" dirty="0"/>
              <a:t>A target market is a </a:t>
            </a:r>
            <a:r>
              <a:rPr lang="en-IN" b="1" dirty="0"/>
              <a:t>specific group of people with shared characteristics </a:t>
            </a:r>
            <a:r>
              <a:rPr lang="en-IN" dirty="0"/>
              <a:t>that a business markets its products or services to. </a:t>
            </a:r>
            <a:endParaRPr lang="en-IN" dirty="0" smtClean="0"/>
          </a:p>
          <a:p>
            <a:r>
              <a:rPr lang="en-IN" dirty="0" smtClean="0"/>
              <a:t>Companies </a:t>
            </a:r>
            <a:r>
              <a:rPr lang="en-IN" dirty="0"/>
              <a:t>use target markets to thoroughly understand their potential customers and craft marketing strategies that help them meet their business and marketing objectives.</a:t>
            </a:r>
          </a:p>
        </p:txBody>
      </p:sp>
    </p:spTree>
    <p:extLst>
      <p:ext uri="{BB962C8B-B14F-4D97-AF65-F5344CB8AC3E}">
        <p14:creationId xmlns:p14="http://schemas.microsoft.com/office/powerpoint/2010/main" val="165263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Target market examples</a:t>
            </a:r>
            <a:br>
              <a:rPr lang="en-IN" b="1" dirty="0"/>
            </a:br>
            <a:endParaRPr lang="en-IN" dirty="0"/>
          </a:p>
        </p:txBody>
      </p:sp>
      <p:sp>
        <p:nvSpPr>
          <p:cNvPr id="3" name="Content Placeholder 2"/>
          <p:cNvSpPr>
            <a:spLocks noGrp="1"/>
          </p:cNvSpPr>
          <p:nvPr>
            <p:ph idx="1"/>
          </p:nvPr>
        </p:nvSpPr>
        <p:spPr/>
        <p:txBody>
          <a:bodyPr/>
          <a:lstStyle/>
          <a:p>
            <a:r>
              <a:rPr lang="en-IN" dirty="0"/>
              <a:t>Fashionable clothing for pets targeting </a:t>
            </a:r>
            <a:r>
              <a:rPr lang="en-IN" b="1" dirty="0"/>
              <a:t>pet owners with disposable income aged 25 to 45</a:t>
            </a:r>
            <a:endParaRPr lang="en-IN" dirty="0"/>
          </a:p>
          <a:p>
            <a:r>
              <a:rPr lang="en-IN" dirty="0"/>
              <a:t>A high-end, direct-to-door meal kit company that targets </a:t>
            </a:r>
            <a:r>
              <a:rPr lang="en-IN" b="1" dirty="0"/>
              <a:t>busy professionals with disposable income ages 30 to 45 </a:t>
            </a:r>
            <a:endParaRPr lang="en-IN" dirty="0"/>
          </a:p>
          <a:p>
            <a:endParaRPr lang="en-IN" dirty="0"/>
          </a:p>
        </p:txBody>
      </p:sp>
    </p:spTree>
    <p:extLst>
      <p:ext uri="{BB962C8B-B14F-4D97-AF65-F5344CB8AC3E}">
        <p14:creationId xmlns:p14="http://schemas.microsoft.com/office/powerpoint/2010/main" val="140769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Market targeting strategies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348880"/>
            <a:ext cx="7776864"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4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1.</a:t>
            </a:r>
            <a:r>
              <a:rPr lang="en-IN" sz="3600" b="1" dirty="0"/>
              <a:t> Undifferentiated Targeting (Mass Marketing</a:t>
            </a:r>
            <a:r>
              <a:rPr lang="en-IN" sz="3600" b="1" dirty="0" smtClean="0"/>
              <a:t>)</a:t>
            </a:r>
            <a:endParaRPr lang="en-IN" sz="3600" dirty="0"/>
          </a:p>
        </p:txBody>
      </p:sp>
      <p:sp>
        <p:nvSpPr>
          <p:cNvPr id="3" name="Content Placeholder 2"/>
          <p:cNvSpPr>
            <a:spLocks noGrp="1"/>
          </p:cNvSpPr>
          <p:nvPr>
            <p:ph idx="1"/>
          </p:nvPr>
        </p:nvSpPr>
        <p:spPr/>
        <p:txBody>
          <a:bodyPr/>
          <a:lstStyle/>
          <a:p>
            <a:r>
              <a:rPr lang="en-IN" b="1" dirty="0"/>
              <a:t>Strategy:</a:t>
            </a:r>
            <a:r>
              <a:rPr lang="en-IN" dirty="0"/>
              <a:t> Target the entire market with a standardized product and marketing mix.</a:t>
            </a:r>
          </a:p>
          <a:p>
            <a:r>
              <a:rPr lang="en-IN" b="1" dirty="0"/>
              <a:t>Use Case:</a:t>
            </a:r>
            <a:r>
              <a:rPr lang="en-IN" dirty="0"/>
              <a:t> Products with universal appeal, such as basic commodities or certain household items.</a:t>
            </a:r>
          </a:p>
          <a:p>
            <a:pPr marL="0" indent="0">
              <a:buNone/>
            </a:pPr>
            <a:endParaRPr lang="en-IN" dirty="0"/>
          </a:p>
        </p:txBody>
      </p:sp>
    </p:spTree>
    <p:extLst>
      <p:ext uri="{BB962C8B-B14F-4D97-AF65-F5344CB8AC3E}">
        <p14:creationId xmlns:p14="http://schemas.microsoft.com/office/powerpoint/2010/main" val="3087600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556792"/>
            <a:ext cx="5472607"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8018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a:t>
            </a:r>
            <a:r>
              <a:rPr lang="en-IN" b="1" dirty="0"/>
              <a:t> Differentiated Targeting (Segmented Marketing</a:t>
            </a:r>
            <a:r>
              <a:rPr lang="en-IN" b="1" dirty="0" smtClean="0"/>
              <a:t>)</a:t>
            </a:r>
            <a:endParaRPr lang="en-IN" dirty="0"/>
          </a:p>
        </p:txBody>
      </p:sp>
      <p:sp>
        <p:nvSpPr>
          <p:cNvPr id="3" name="Content Placeholder 2"/>
          <p:cNvSpPr>
            <a:spLocks noGrp="1"/>
          </p:cNvSpPr>
          <p:nvPr>
            <p:ph idx="1"/>
          </p:nvPr>
        </p:nvSpPr>
        <p:spPr/>
        <p:txBody>
          <a:bodyPr/>
          <a:lstStyle/>
          <a:p>
            <a:r>
              <a:rPr lang="en-IN" b="1" dirty="0"/>
              <a:t>Strategy:</a:t>
            </a:r>
            <a:r>
              <a:rPr lang="en-IN" dirty="0"/>
              <a:t> Target multiple market segments with different product variations and marketing approaches.</a:t>
            </a:r>
          </a:p>
          <a:p>
            <a:r>
              <a:rPr lang="en-IN" b="1" dirty="0"/>
              <a:t>Use Case:</a:t>
            </a:r>
            <a:r>
              <a:rPr lang="en-IN" dirty="0"/>
              <a:t> Companies with diverse product lines or those catering to distinct customer groups with specific needs and preferences.</a:t>
            </a:r>
          </a:p>
          <a:p>
            <a:pPr marL="0" indent="0">
              <a:buNone/>
            </a:pPr>
            <a:endParaRPr lang="en-IN" dirty="0"/>
          </a:p>
        </p:txBody>
      </p:sp>
    </p:spTree>
    <p:extLst>
      <p:ext uri="{BB962C8B-B14F-4D97-AF65-F5344CB8AC3E}">
        <p14:creationId xmlns:p14="http://schemas.microsoft.com/office/powerpoint/2010/main" val="2760913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848872"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891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Versions of TIDE(INDIA)</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90724"/>
            <a:ext cx="6912767" cy="395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7381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Across Globe</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676" y="1412776"/>
            <a:ext cx="43434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2363" y="3767367"/>
            <a:ext cx="477202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1267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772816"/>
            <a:ext cx="7272808" cy="482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468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a:t>
            </a:r>
            <a:r>
              <a:rPr lang="en-IN" b="1" dirty="0"/>
              <a:t> Concentrated Targeting (Niche Marketing</a:t>
            </a:r>
            <a:r>
              <a:rPr lang="en-IN" b="1" dirty="0" smtClean="0"/>
              <a:t>)</a:t>
            </a:r>
            <a:endParaRPr lang="en-IN" dirty="0"/>
          </a:p>
        </p:txBody>
      </p:sp>
      <p:sp>
        <p:nvSpPr>
          <p:cNvPr id="3" name="Content Placeholder 2"/>
          <p:cNvSpPr>
            <a:spLocks noGrp="1"/>
          </p:cNvSpPr>
          <p:nvPr>
            <p:ph idx="1"/>
          </p:nvPr>
        </p:nvSpPr>
        <p:spPr/>
        <p:txBody>
          <a:bodyPr/>
          <a:lstStyle/>
          <a:p>
            <a:r>
              <a:rPr lang="en-IN" b="1" dirty="0"/>
              <a:t>Strategy:</a:t>
            </a:r>
            <a:r>
              <a:rPr lang="en-IN" dirty="0"/>
              <a:t> Concentrate efforts on a single, specific market segment.</a:t>
            </a:r>
          </a:p>
          <a:p>
            <a:r>
              <a:rPr lang="en-IN" b="1" dirty="0"/>
              <a:t>Use Case:</a:t>
            </a:r>
            <a:r>
              <a:rPr lang="en-IN" dirty="0"/>
              <a:t> Businesses with limited resources or unique products that appeal to a specific group, aiming to dominate a niche market.</a:t>
            </a:r>
          </a:p>
          <a:p>
            <a:pPr marL="0" indent="0">
              <a:buNone/>
            </a:pPr>
            <a:endParaRPr lang="en-IN" dirty="0"/>
          </a:p>
        </p:txBody>
      </p:sp>
    </p:spTree>
    <p:extLst>
      <p:ext uri="{BB962C8B-B14F-4D97-AF65-F5344CB8AC3E}">
        <p14:creationId xmlns:p14="http://schemas.microsoft.com/office/powerpoint/2010/main" val="3721849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Rolex</a:t>
            </a:r>
            <a:endParaRPr lang="en-IN" dirty="0"/>
          </a:p>
        </p:txBody>
      </p:sp>
      <p:sp>
        <p:nvSpPr>
          <p:cNvPr id="3" name="Content Placeholder 2"/>
          <p:cNvSpPr>
            <a:spLocks noGrp="1"/>
          </p:cNvSpPr>
          <p:nvPr>
            <p:ph idx="1"/>
          </p:nvPr>
        </p:nvSpPr>
        <p:spPr/>
        <p:txBody>
          <a:bodyPr/>
          <a:lstStyle/>
          <a:p>
            <a:r>
              <a:rPr lang="en-IN" dirty="0"/>
              <a:t>A leading watch manufacturer, Rolex, creates various promotional campaigns to attract its target market segment.</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573016"/>
            <a:ext cx="576064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024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r>
              <a:rPr lang="en-IN" b="1" dirty="0"/>
              <a:t> </a:t>
            </a:r>
            <a:r>
              <a:rPr lang="en-IN" b="1" dirty="0" smtClean="0"/>
              <a:t>Micromarketing</a:t>
            </a:r>
            <a:endParaRPr lang="en-IN" dirty="0"/>
          </a:p>
        </p:txBody>
      </p:sp>
      <p:sp>
        <p:nvSpPr>
          <p:cNvPr id="3" name="Content Placeholder 2"/>
          <p:cNvSpPr>
            <a:spLocks noGrp="1"/>
          </p:cNvSpPr>
          <p:nvPr>
            <p:ph idx="1"/>
          </p:nvPr>
        </p:nvSpPr>
        <p:spPr/>
        <p:txBody>
          <a:bodyPr/>
          <a:lstStyle/>
          <a:p>
            <a:r>
              <a:rPr lang="en-IN" b="1" dirty="0"/>
              <a:t>Strategy:</a:t>
            </a:r>
            <a:r>
              <a:rPr lang="en-IN" dirty="0"/>
              <a:t> Tailor products and marketing strategies to meet the individual needs of customers or very small segments.</a:t>
            </a:r>
          </a:p>
          <a:p>
            <a:r>
              <a:rPr lang="en-IN" b="1" dirty="0"/>
              <a:t>Use Case:</a:t>
            </a:r>
            <a:r>
              <a:rPr lang="en-IN" dirty="0"/>
              <a:t> Personalized services, such as custom-made products, or local businesses catering to specific </a:t>
            </a:r>
            <a:r>
              <a:rPr lang="en-IN" dirty="0" err="1"/>
              <a:t>neighborhood</a:t>
            </a:r>
            <a:r>
              <a:rPr lang="en-IN" dirty="0"/>
              <a:t> preferences.</a:t>
            </a:r>
          </a:p>
          <a:p>
            <a:pPr marL="0" indent="0">
              <a:buNone/>
            </a:pPr>
            <a:endParaRPr lang="en-IN" dirty="0"/>
          </a:p>
        </p:txBody>
      </p:sp>
    </p:spTree>
    <p:extLst>
      <p:ext uri="{BB962C8B-B14F-4D97-AF65-F5344CB8AC3E}">
        <p14:creationId xmlns:p14="http://schemas.microsoft.com/office/powerpoint/2010/main" val="2763496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Micromarketing is an approach to advertising that tends to target a specific group of people in a niche market. With micromarketing, products or services are marketed directly to a targeted group of customers.</a:t>
            </a:r>
          </a:p>
        </p:txBody>
      </p:sp>
    </p:spTree>
    <p:extLst>
      <p:ext uri="{BB962C8B-B14F-4D97-AF65-F5344CB8AC3E}">
        <p14:creationId xmlns:p14="http://schemas.microsoft.com/office/powerpoint/2010/main" val="3372435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Practical </a:t>
            </a:r>
            <a:r>
              <a:rPr lang="en-IN" b="1" dirty="0" smtClean="0"/>
              <a:t>Example</a:t>
            </a:r>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628800"/>
            <a:ext cx="6912768"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7422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lnSpcReduction="10000"/>
          </a:bodyPr>
          <a:lstStyle/>
          <a:p>
            <a:endParaRPr lang="en-IN" dirty="0" smtClean="0"/>
          </a:p>
          <a:p>
            <a:endParaRPr lang="en-IN" dirty="0"/>
          </a:p>
          <a:p>
            <a:endParaRPr lang="en-IN" dirty="0" smtClean="0"/>
          </a:p>
          <a:p>
            <a:pPr marL="118872" indent="0">
              <a:buNone/>
            </a:pPr>
            <a:r>
              <a:rPr lang="en-IN" dirty="0" smtClean="0"/>
              <a:t>The </a:t>
            </a:r>
            <a:r>
              <a:rPr lang="en-IN" dirty="0"/>
              <a:t>company chose </a:t>
            </a:r>
            <a:r>
              <a:rPr lang="en-IN" b="1" dirty="0"/>
              <a:t>youth participating in extreme sports</a:t>
            </a:r>
            <a:r>
              <a:rPr lang="en-IN" dirty="0"/>
              <a:t> as their target group and built a successful marketing strategy around it.</a:t>
            </a:r>
          </a:p>
          <a:p>
            <a:r>
              <a:rPr lang="en-IN" dirty="0"/>
              <a:t>The energy drink manufacturer started sponsoring extreme sports events, such as </a:t>
            </a:r>
            <a:r>
              <a:rPr lang="en-IN" b="1" dirty="0"/>
              <a:t>cliff diving in Hawaii </a:t>
            </a:r>
            <a:r>
              <a:rPr lang="en-IN" dirty="0"/>
              <a:t>and </a:t>
            </a:r>
            <a:r>
              <a:rPr lang="en-IN" b="1" dirty="0"/>
              <a:t>skateboarding in San Francisco</a:t>
            </a:r>
            <a:r>
              <a:rPr lang="en-IN" dirty="0"/>
              <a:t>. </a:t>
            </a:r>
            <a:endParaRPr lang="en-IN" dirty="0" smtClean="0"/>
          </a:p>
          <a:p>
            <a:r>
              <a:rPr lang="en-IN" dirty="0" smtClean="0"/>
              <a:t>It </a:t>
            </a:r>
            <a:r>
              <a:rPr lang="en-IN" dirty="0"/>
              <a:t>created excitement among the youth, who were attracted to the energy drink</a:t>
            </a:r>
          </a:p>
          <a:p>
            <a:endParaRPr lang="en-IN" dirty="0"/>
          </a:p>
        </p:txBody>
      </p:sp>
    </p:spTree>
    <p:extLst>
      <p:ext uri="{BB962C8B-B14F-4D97-AF65-F5344CB8AC3E}">
        <p14:creationId xmlns:p14="http://schemas.microsoft.com/office/powerpoint/2010/main" val="17486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Businesses often use a combination of these strategies based on their products, resources, and the characteristics of their target market. The choice of strategy depends on factors like the company's goals, competitive landscape, and the diversity of customer needs within the market.</a:t>
            </a:r>
          </a:p>
        </p:txBody>
      </p:sp>
    </p:spTree>
    <p:extLst>
      <p:ext uri="{BB962C8B-B14F-4D97-AF65-F5344CB8AC3E}">
        <p14:creationId xmlns:p14="http://schemas.microsoft.com/office/powerpoint/2010/main" val="20325546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61</TotalTime>
  <Words>407</Words>
  <Application>Microsoft Office PowerPoint</Application>
  <PresentationFormat>On-screen Show (4:3)</PresentationFormat>
  <Paragraphs>34</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Module</vt:lpstr>
      <vt:lpstr>PowerPoint Presentation</vt:lpstr>
      <vt:lpstr>Market targeting</vt:lpstr>
      <vt:lpstr>Market targeting</vt:lpstr>
      <vt:lpstr>Target market examples </vt:lpstr>
      <vt:lpstr>Market targeting strategies</vt:lpstr>
      <vt:lpstr>1. Undifferentiated Targeting (Mass Marketing)</vt:lpstr>
      <vt:lpstr>PowerPoint Presentation</vt:lpstr>
      <vt:lpstr>2. Differentiated Targeting (Segmented Marketing)</vt:lpstr>
      <vt:lpstr>PowerPoint Presentation</vt:lpstr>
      <vt:lpstr>Versions of TIDE(INDIA)</vt:lpstr>
      <vt:lpstr>Across Globe</vt:lpstr>
      <vt:lpstr>PowerPoint Presentation</vt:lpstr>
      <vt:lpstr>3. Concentrated Targeting (Niche Marketing)</vt:lpstr>
      <vt:lpstr>Rolex</vt:lpstr>
      <vt:lpstr>4. Micromarketing</vt:lpstr>
      <vt:lpstr>PowerPoint Presentation</vt:lpstr>
      <vt:lpstr>Practical Example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dc:creator>
  <cp:lastModifiedBy>Home</cp:lastModifiedBy>
  <cp:revision>7</cp:revision>
  <dcterms:created xsi:type="dcterms:W3CDTF">2024-02-05T14:27:27Z</dcterms:created>
  <dcterms:modified xsi:type="dcterms:W3CDTF">2024-02-05T15:29:19Z</dcterms:modified>
</cp:coreProperties>
</file>
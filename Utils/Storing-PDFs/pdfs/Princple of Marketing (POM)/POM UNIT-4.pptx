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6" r:id="rId21"/>
    <p:sldId id="275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34565CCA-778B-4DF2-8E81-9D33E5568923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181BF82-D0CE-4AFF-B8D1-959D6E08A93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-4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6000" dirty="0" smtClean="0"/>
              <a:t>PRODUCT &amp; PRICING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20083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MEANING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an object or system made available for consumer </a:t>
            </a:r>
            <a:r>
              <a:rPr lang="en-US" dirty="0" smtClean="0"/>
              <a:t>use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is anything that can be offered to a market to satisfy the desire or need of a </a:t>
            </a:r>
            <a:r>
              <a:rPr lang="en-US" dirty="0" smtClean="0"/>
              <a:t>customer.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service is also regarded to as a type of product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20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product can be a service or an </a:t>
            </a:r>
            <a:r>
              <a:rPr lang="en-US" dirty="0" smtClean="0"/>
              <a:t>item.</a:t>
            </a:r>
          </a:p>
          <a:p>
            <a:r>
              <a:rPr lang="en-US" dirty="0" smtClean="0"/>
              <a:t>It </a:t>
            </a:r>
            <a:r>
              <a:rPr lang="en-US" dirty="0"/>
              <a:t>can be physical or in virtual or cyber form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Every product is made at a cost and each is sold at a price.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price that can be charged depends on the market, the quality, the marketing and the segment that is targeted. 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48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product has a useful life after which it needs replacement, and a life cycle after which it has to be re- invented.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FMCG parlance, a brand can be revamped, re-launched or extended to make it more relevant to the segment and times, often keeping the product almost the same.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95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heavy" dirty="0" smtClean="0"/>
              <a:t>New </a:t>
            </a:r>
            <a:r>
              <a:rPr lang="en-US" u="heavy" dirty="0"/>
              <a:t>Product Development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Generation of New Product Ideas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Screening of Ideas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Product Concept Development 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 Commercial Feasibility 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 Product Development</a:t>
            </a:r>
            <a:endParaRPr lang="en-IN" dirty="0"/>
          </a:p>
          <a:p>
            <a:r>
              <a:rPr lang="en-US" dirty="0"/>
              <a:t>6. Test </a:t>
            </a:r>
            <a:r>
              <a:rPr lang="en-US" dirty="0" smtClean="0"/>
              <a:t>Marketing</a:t>
            </a:r>
          </a:p>
          <a:p>
            <a:r>
              <a:rPr lang="en-US" dirty="0" smtClean="0"/>
              <a:t> </a:t>
            </a:r>
            <a:r>
              <a:rPr lang="en-US" dirty="0"/>
              <a:t>7. </a:t>
            </a:r>
            <a:r>
              <a:rPr lang="en-US" dirty="0" err="1"/>
              <a:t>Commercialisation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73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>1.</a:t>
            </a:r>
            <a:r>
              <a:rPr lang="en-US" dirty="0"/>
              <a:t> Generation of New Product Ideas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Ideas may come from internal sources like company’s own Research and Development (R&amp;D) department, managers, sales-force personnel etc.; or from external sources like, customers, dealers, competitors, consultants, scientists etc</a:t>
            </a:r>
            <a:r>
              <a:rPr lang="en-US" dirty="0" smtClean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At this stage, the intention of management is to generate more and more new and better product ideas; so that the most practical and profitable ideas may be screened </a:t>
            </a:r>
            <a:r>
              <a:rPr lang="en-US" dirty="0" smtClean="0"/>
              <a:t>subsequently.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93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2.</a:t>
            </a:r>
            <a:r>
              <a:rPr lang="en-US" dirty="0"/>
              <a:t> Screening of Ideas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</a:t>
            </a:r>
            <a:r>
              <a:rPr lang="en-US" dirty="0"/>
              <a:t>means a </a:t>
            </a:r>
            <a:r>
              <a:rPr lang="en-US" b="1" dirty="0"/>
              <a:t>close and detailed examination of ideas</a:t>
            </a:r>
            <a:r>
              <a:rPr lang="en-US" dirty="0"/>
              <a:t>,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smtClean="0"/>
              <a:t>to </a:t>
            </a:r>
            <a:r>
              <a:rPr lang="en-US" dirty="0"/>
              <a:t>determine which of the ideas have potential and are capable of making significant contribution to </a:t>
            </a:r>
            <a:r>
              <a:rPr lang="en-US" dirty="0" smtClean="0"/>
              <a:t>marketing objectives.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-Unique </a:t>
            </a:r>
            <a:r>
              <a:rPr lang="en-US" dirty="0"/>
              <a:t>designs that lower costs or give performance advantages are also considered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30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</a:t>
            </a:r>
            <a:r>
              <a:rPr lang="en-US" dirty="0"/>
              <a:t> Product Concept Development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Those product ideas which clear the screening stage must be developed into a product concept – identifying physical features, benefits, price etc. of the product.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this stage product idea is transformed into a product concept i.e. a product which target market will accept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32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</a:t>
            </a:r>
            <a:r>
              <a:rPr lang="en-US" dirty="0"/>
              <a:t> Commercial Feasibility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this stage, the purpose is to determine </a:t>
            </a:r>
            <a:r>
              <a:rPr lang="en-US" b="1" dirty="0"/>
              <a:t>whether the proposed product idea is commercially </a:t>
            </a:r>
            <a:r>
              <a:rPr lang="en-US" b="1" dirty="0" smtClean="0"/>
              <a:t>feasible(capable to be carried out)</a:t>
            </a:r>
            <a:r>
              <a:rPr lang="en-US" dirty="0" smtClean="0"/>
              <a:t>, </a:t>
            </a:r>
            <a:r>
              <a:rPr lang="en-US" dirty="0"/>
              <a:t>in terms of demand potential and the costs of production and marketing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Management must also ensure that product concept is compatible with the resources of the organization technological, human and financial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63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</a:t>
            </a:r>
            <a:r>
              <a:rPr lang="en-US" dirty="0"/>
              <a:t> Product Development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development encompasses the </a:t>
            </a:r>
            <a:r>
              <a:rPr lang="en-US" b="1" dirty="0"/>
              <a:t>technical activities of engineering and design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dirty="0" smtClean="0"/>
              <a:t> </a:t>
            </a:r>
            <a:r>
              <a:rPr lang="en-US" dirty="0"/>
              <a:t>At this stage, the engineering department converts the product concept into a concert form of product in view of the required size, shape, design, weight, </a:t>
            </a:r>
            <a:r>
              <a:rPr lang="en-US" dirty="0" err="1"/>
              <a:t>colour</a:t>
            </a:r>
            <a:r>
              <a:rPr lang="en-US" dirty="0"/>
              <a:t> etc. of the product concept.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73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or prototype of the product is manufactured on a limited scale.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Decisions </a:t>
            </a:r>
            <a:r>
              <a:rPr lang="en-US" dirty="0"/>
              <a:t>are also made with regard to packaging, brand name, label etc. of the product.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578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</a:t>
            </a:r>
            <a:r>
              <a:rPr lang="en-US" dirty="0"/>
              <a:t> Test Marketing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sample of the product is tested in a well-chosen and authentic sales environment; to find out consumers’ reaction.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view of consumers’ reactions, the product may be improved further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57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</a:t>
            </a:r>
            <a:r>
              <a:rPr lang="en-US" dirty="0"/>
              <a:t> </a:t>
            </a:r>
            <a:r>
              <a:rPr lang="en-US" dirty="0" err="1"/>
              <a:t>Commercialisation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teps </a:t>
            </a:r>
            <a:r>
              <a:rPr lang="en-US" dirty="0"/>
              <a:t>are taken to launch a full-fledged </a:t>
            </a:r>
            <a:r>
              <a:rPr lang="en-US" dirty="0" err="1"/>
              <a:t>programme</a:t>
            </a:r>
            <a:r>
              <a:rPr lang="en-US" dirty="0"/>
              <a:t> for the production, promotion and marketing of the product.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the stage where the new product is born; and it enters it life cycle process.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225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Product </a:t>
            </a:r>
            <a:r>
              <a:rPr lang="en-US" dirty="0"/>
              <a:t>life cycle</a:t>
            </a:r>
            <a:r>
              <a:rPr lang="en-US" dirty="0" smtClean="0"/>
              <a:t>:</a:t>
            </a:r>
            <a:endParaRPr lang="en-IN" dirty="0"/>
          </a:p>
        </p:txBody>
      </p:sp>
      <p:pic>
        <p:nvPicPr>
          <p:cNvPr id="4" name="image4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52890" y="2018758"/>
            <a:ext cx="5647619" cy="40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9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stage, the product is being released into the market.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When </a:t>
            </a:r>
            <a:r>
              <a:rPr lang="en-US" dirty="0"/>
              <a:t>a new product is released, it is often a high-stakes time in the product's life cycle - although it does not necessarily make or break the product's eventual success.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483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Costs are generally very high and there is typically little competition. 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principle goals of the introduction stage are to build demand for the product and get it into the hands of consumers, hoping to later cash in on its growing popularity.</a:t>
            </a:r>
            <a:endParaRPr lang="en-IN" dirty="0"/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91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2.Growth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Here,</a:t>
            </a:r>
            <a:r>
              <a:rPr lang="en-US" dirty="0"/>
              <a:t> consumers are already taking to the product and increasingly buying it.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product concept is proven and is becoming more popular - and sales are </a:t>
            </a:r>
            <a:r>
              <a:rPr lang="en-US" dirty="0" smtClean="0"/>
              <a:t>increasing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766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competition for the product is especially high, the company may still heavily invest in advertising and promotion of the product to beat out competitors.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As </a:t>
            </a:r>
            <a:r>
              <a:rPr lang="en-US" dirty="0"/>
              <a:t>a result of the product growing, the market itself tends to expand. The product in the growth stage is typically tweaked to improve functions and features.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045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3.Maturity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At this point, sales can even start to </a:t>
            </a:r>
            <a:r>
              <a:rPr lang="en-US" dirty="0" smtClean="0"/>
              <a:t>drop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Pricing at this stage can tend to get competitive, signaling margin shrinking as prices begin falling due to the weight of outside pressures like competition or lower </a:t>
            </a:r>
            <a:r>
              <a:rPr lang="en-US" dirty="0" smtClean="0"/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300479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companies will often develop new or altered products to reach different market segments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typically in the maturity stage of a product that less successful competitors are pushed out of competition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 maturity stage may last a long time or a short time depending on the product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63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4.Decline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sales drop significantly and consumer behavior changes as there is less demand for the product.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company's product loses more and more market share, and competition tends to cause sales to </a:t>
            </a:r>
            <a:r>
              <a:rPr lang="en-US" dirty="0" smtClean="0"/>
              <a:t>deteriorate</a:t>
            </a:r>
          </a:p>
          <a:p>
            <a:r>
              <a:rPr lang="en-US" dirty="0"/>
              <a:t>Eventually, the product will be retired out of the market unless it is able to redesign itself to remain relevant or in-demand.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252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products like typewriters, telegrams and muskets are deep in their decline stages (and in fact are almost or completely retired from the market)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994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32</TotalTime>
  <Words>976</Words>
  <Application>Microsoft Office PowerPoint</Application>
  <PresentationFormat>On-screen Show (4:3)</PresentationFormat>
  <Paragraphs>83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Opulent</vt:lpstr>
      <vt:lpstr>UNIT -4</vt:lpstr>
      <vt:lpstr>PRODUCT</vt:lpstr>
      <vt:lpstr>Definition</vt:lpstr>
      <vt:lpstr>PowerPoint Presentation</vt:lpstr>
      <vt:lpstr>New Product Development</vt:lpstr>
      <vt:lpstr>1. Generation of New Product Ideas:</vt:lpstr>
      <vt:lpstr>2. Screening of Ideas:</vt:lpstr>
      <vt:lpstr>3. Product Concept Development</vt:lpstr>
      <vt:lpstr>4. Commercial Feasibility</vt:lpstr>
      <vt:lpstr>5. Product Development</vt:lpstr>
      <vt:lpstr>PowerPoint Presentation</vt:lpstr>
      <vt:lpstr>6. Test Marketing</vt:lpstr>
      <vt:lpstr>7. Commercialisation</vt:lpstr>
      <vt:lpstr>         Product life cycle:</vt:lpstr>
      <vt:lpstr>1.Introduction</vt:lpstr>
      <vt:lpstr>PowerPoint Presentation</vt:lpstr>
      <vt:lpstr>2.Growth</vt:lpstr>
      <vt:lpstr>PowerPoint Presentation</vt:lpstr>
      <vt:lpstr>3.Maturity</vt:lpstr>
      <vt:lpstr>PowerPoint Presentation</vt:lpstr>
      <vt:lpstr>4.Decline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-4</dc:title>
  <dc:creator>Home</dc:creator>
  <cp:lastModifiedBy>Home</cp:lastModifiedBy>
  <cp:revision>4</cp:revision>
  <dcterms:created xsi:type="dcterms:W3CDTF">2024-02-11T13:45:48Z</dcterms:created>
  <dcterms:modified xsi:type="dcterms:W3CDTF">2024-02-11T14:18:01Z</dcterms:modified>
</cp:coreProperties>
</file>